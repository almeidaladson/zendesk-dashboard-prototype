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73152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Suporte Zendesk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N1 &amp; Gerencial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  ·  Protótipo funcional  ·  SKA / DirectaMES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perdemos hoje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60604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~20min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ticket investigando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já resolvido antes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0604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4630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91840" y="25603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de como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problema foi resolvido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60604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4630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126480" y="25603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líder descobre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um SLA foi violado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dashboard resolve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Busca resolução em segundos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Fila + SLA em uma tela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Histórico de casos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SLA violado em tempo real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2514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Volume por cliente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3154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Recorrência de problemas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15 minutos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N1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201168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colorida por prioridade e SLA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201168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"indicadores zerados"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201168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modal com resolução documentada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704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Gerencial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1783080"/>
            <a:ext cx="201168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de SLA e tempo de resposta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201168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 por cliente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83480" y="3154680"/>
            <a:ext cx="201168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 tickets críticos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simulados com cenários reais da SKA.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colocar em produção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Zendesk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5819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no Admin Center e preencher o arquivo .env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331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interna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26791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fechar o ticket, registrar o que foi feito — nunca chega ao cliente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429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37764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agora, equipe depois — estrutura já suporta os dois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2026-03-17T18:54:10Z</dcterms:created>
  <dcterms:modified xsi:type="dcterms:W3CDTF">2026-03-17T18:54:10Z</dcterms:modified>
</cp:coreProperties>
</file>